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7" r:id="rId4"/>
    <p:sldId id="267" r:id="rId5"/>
    <p:sldId id="274" r:id="rId6"/>
    <p:sldId id="259" r:id="rId7"/>
    <p:sldId id="266" r:id="rId8"/>
    <p:sldId id="293" r:id="rId9"/>
    <p:sldId id="261" r:id="rId10"/>
    <p:sldId id="272" r:id="rId11"/>
    <p:sldId id="295" r:id="rId12"/>
    <p:sldId id="262" r:id="rId13"/>
    <p:sldId id="271" r:id="rId14"/>
    <p:sldId id="281" r:id="rId15"/>
    <p:sldId id="290" r:id="rId16"/>
    <p:sldId id="291" r:id="rId17"/>
    <p:sldId id="286" r:id="rId18"/>
    <p:sldId id="289" r:id="rId19"/>
    <p:sldId id="287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F7033-2BA8-44AC-A167-9EC5AE1695DA}" v="1" dt="2026-04-13T07:21:00.105"/>
    <p1510:client id="{9B848BAE-FDF8-4E2B-B571-6F63CDF142E9}" v="3" dt="2026-04-14T06:18:56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rajan Panchapakesan" userId="98ec2a7f79ffc4a0" providerId="LiveId" clId="{FDB06C6A-0D88-46CF-9EBE-AAB839AA0F32}"/>
    <pc:docChg chg="custSel addSld delSld modSld">
      <pc:chgData name="Natarajan Panchapakesan" userId="98ec2a7f79ffc4a0" providerId="LiveId" clId="{FDB06C6A-0D88-46CF-9EBE-AAB839AA0F32}" dt="2026-04-14T07:00:39.618" v="1871" actId="20577"/>
      <pc:docMkLst>
        <pc:docMk/>
      </pc:docMkLst>
      <pc:sldChg chg="modSp mod">
        <pc:chgData name="Natarajan Panchapakesan" userId="98ec2a7f79ffc4a0" providerId="LiveId" clId="{FDB06C6A-0D88-46CF-9EBE-AAB839AA0F32}" dt="2026-04-14T06:43:36.614" v="1790" actId="20577"/>
        <pc:sldMkLst>
          <pc:docMk/>
          <pc:sldMk cId="3350784526" sldId="256"/>
        </pc:sldMkLst>
        <pc:spChg chg="mod">
          <ac:chgData name="Natarajan Panchapakesan" userId="98ec2a7f79ffc4a0" providerId="LiveId" clId="{FDB06C6A-0D88-46CF-9EBE-AAB839AA0F32}" dt="2026-04-14T06:43:36.614" v="1790" actId="20577"/>
          <ac:spMkLst>
            <pc:docMk/>
            <pc:sldMk cId="3350784526" sldId="256"/>
            <ac:spMk id="2" creationId="{0505440B-540B-5EF0-A933-BFB1DA2DF757}"/>
          </ac:spMkLst>
        </pc:spChg>
        <pc:spChg chg="mod">
          <ac:chgData name="Natarajan Panchapakesan" userId="98ec2a7f79ffc4a0" providerId="LiveId" clId="{FDB06C6A-0D88-46CF-9EBE-AAB839AA0F32}" dt="2026-04-14T06:10:39.721" v="1670" actId="27636"/>
          <ac:spMkLst>
            <pc:docMk/>
            <pc:sldMk cId="3350784526" sldId="256"/>
            <ac:spMk id="3" creationId="{7D3A4E21-2D6F-B2C3-402D-E99DF68C54C3}"/>
          </ac:spMkLst>
        </pc:spChg>
      </pc:sldChg>
      <pc:sldChg chg="modSp mod">
        <pc:chgData name="Natarajan Panchapakesan" userId="98ec2a7f79ffc4a0" providerId="LiveId" clId="{FDB06C6A-0D88-46CF-9EBE-AAB839AA0F32}" dt="2026-04-14T05:48:48.986" v="1469" actId="14100"/>
        <pc:sldMkLst>
          <pc:docMk/>
          <pc:sldMk cId="801490166" sldId="257"/>
        </pc:sldMkLst>
        <pc:spChg chg="mod">
          <ac:chgData name="Natarajan Panchapakesan" userId="98ec2a7f79ffc4a0" providerId="LiveId" clId="{FDB06C6A-0D88-46CF-9EBE-AAB839AA0F32}" dt="2026-04-14T05:48:33.600" v="1467" actId="14100"/>
          <ac:spMkLst>
            <pc:docMk/>
            <pc:sldMk cId="801490166" sldId="257"/>
            <ac:spMk id="2" creationId="{82B23409-8A39-48A4-42F0-ED2CFC74071F}"/>
          </ac:spMkLst>
        </pc:spChg>
        <pc:spChg chg="mod">
          <ac:chgData name="Natarajan Panchapakesan" userId="98ec2a7f79ffc4a0" providerId="LiveId" clId="{FDB06C6A-0D88-46CF-9EBE-AAB839AA0F32}" dt="2026-04-14T05:48:48.986" v="1469" actId="14100"/>
          <ac:spMkLst>
            <pc:docMk/>
            <pc:sldMk cId="801490166" sldId="257"/>
            <ac:spMk id="3" creationId="{5CEDED86-DB91-F514-8DC7-F88212AF269F}"/>
          </ac:spMkLst>
        </pc:spChg>
      </pc:sldChg>
      <pc:sldChg chg="del">
        <pc:chgData name="Natarajan Panchapakesan" userId="98ec2a7f79ffc4a0" providerId="LiveId" clId="{FDB06C6A-0D88-46CF-9EBE-AAB839AA0F32}" dt="2026-04-14T06:19:38.936" v="1736" actId="2696"/>
        <pc:sldMkLst>
          <pc:docMk/>
          <pc:sldMk cId="206918948" sldId="258"/>
        </pc:sldMkLst>
      </pc:sldChg>
      <pc:sldChg chg="modSp mod">
        <pc:chgData name="Natarajan Panchapakesan" userId="98ec2a7f79ffc4a0" providerId="LiveId" clId="{FDB06C6A-0D88-46CF-9EBE-AAB839AA0F32}" dt="2026-04-14T05:53:14.577" v="1553" actId="27636"/>
        <pc:sldMkLst>
          <pc:docMk/>
          <pc:sldMk cId="151326658" sldId="259"/>
        </pc:sldMkLst>
        <pc:spChg chg="mod">
          <ac:chgData name="Natarajan Panchapakesan" userId="98ec2a7f79ffc4a0" providerId="LiveId" clId="{FDB06C6A-0D88-46CF-9EBE-AAB839AA0F32}" dt="2026-04-14T05:53:14.577" v="1553" actId="27636"/>
          <ac:spMkLst>
            <pc:docMk/>
            <pc:sldMk cId="151326658" sldId="259"/>
            <ac:spMk id="3" creationId="{18A39DC6-493D-A4E3-4686-D8BD1FBF0A57}"/>
          </ac:spMkLst>
        </pc:spChg>
      </pc:sldChg>
      <pc:sldChg chg="modSp mod">
        <pc:chgData name="Natarajan Panchapakesan" userId="98ec2a7f79ffc4a0" providerId="LiveId" clId="{FDB06C6A-0D88-46CF-9EBE-AAB839AA0F32}" dt="2026-04-14T06:00:34.785" v="1654" actId="20577"/>
        <pc:sldMkLst>
          <pc:docMk/>
          <pc:sldMk cId="2312240160" sldId="261"/>
        </pc:sldMkLst>
        <pc:spChg chg="mod">
          <ac:chgData name="Natarajan Panchapakesan" userId="98ec2a7f79ffc4a0" providerId="LiveId" clId="{FDB06C6A-0D88-46CF-9EBE-AAB839AA0F32}" dt="2026-04-14T06:00:34.785" v="1654" actId="20577"/>
          <ac:spMkLst>
            <pc:docMk/>
            <pc:sldMk cId="2312240160" sldId="261"/>
            <ac:spMk id="3" creationId="{E69F0593-63A3-B237-938F-E4E7BDC7A5A0}"/>
          </ac:spMkLst>
        </pc:spChg>
      </pc:sldChg>
      <pc:sldChg chg="modSp mod">
        <pc:chgData name="Natarajan Panchapakesan" userId="98ec2a7f79ffc4a0" providerId="LiveId" clId="{FDB06C6A-0D88-46CF-9EBE-AAB839AA0F32}" dt="2026-04-14T06:21:11.936" v="1744" actId="6549"/>
        <pc:sldMkLst>
          <pc:docMk/>
          <pc:sldMk cId="171857181" sldId="262"/>
        </pc:sldMkLst>
        <pc:spChg chg="mod">
          <ac:chgData name="Natarajan Panchapakesan" userId="98ec2a7f79ffc4a0" providerId="LiveId" clId="{FDB06C6A-0D88-46CF-9EBE-AAB839AA0F32}" dt="2026-04-14T06:21:11.936" v="1744" actId="6549"/>
          <ac:spMkLst>
            <pc:docMk/>
            <pc:sldMk cId="171857181" sldId="262"/>
            <ac:spMk id="3" creationId="{2B8F9B47-9CDF-DDA3-0FA5-79D2C5DE7A8F}"/>
          </ac:spMkLst>
        </pc:spChg>
      </pc:sldChg>
      <pc:sldChg chg="del">
        <pc:chgData name="Natarajan Panchapakesan" userId="98ec2a7f79ffc4a0" providerId="LiveId" clId="{FDB06C6A-0D88-46CF-9EBE-AAB839AA0F32}" dt="2026-04-14T06:25:59.220" v="1780" actId="2696"/>
        <pc:sldMkLst>
          <pc:docMk/>
          <pc:sldMk cId="3502654747" sldId="263"/>
        </pc:sldMkLst>
      </pc:sldChg>
      <pc:sldChg chg="modSp mod">
        <pc:chgData name="Natarajan Panchapakesan" userId="98ec2a7f79ffc4a0" providerId="LiveId" clId="{FDB06C6A-0D88-46CF-9EBE-AAB839AA0F32}" dt="2026-04-14T06:17:12.547" v="1732" actId="20577"/>
        <pc:sldMkLst>
          <pc:docMk/>
          <pc:sldMk cId="926616758" sldId="274"/>
        </pc:sldMkLst>
        <pc:spChg chg="mod">
          <ac:chgData name="Natarajan Panchapakesan" userId="98ec2a7f79ffc4a0" providerId="LiveId" clId="{FDB06C6A-0D88-46CF-9EBE-AAB839AA0F32}" dt="2026-04-14T06:13:22.763" v="1685" actId="14100"/>
          <ac:spMkLst>
            <pc:docMk/>
            <pc:sldMk cId="926616758" sldId="274"/>
            <ac:spMk id="2" creationId="{A0CC4E27-249A-82CA-88D6-86E8DA6D1F82}"/>
          </ac:spMkLst>
        </pc:spChg>
        <pc:spChg chg="mod">
          <ac:chgData name="Natarajan Panchapakesan" userId="98ec2a7f79ffc4a0" providerId="LiveId" clId="{FDB06C6A-0D88-46CF-9EBE-AAB839AA0F32}" dt="2026-04-14T06:17:12.547" v="1732" actId="20577"/>
          <ac:spMkLst>
            <pc:docMk/>
            <pc:sldMk cId="926616758" sldId="274"/>
            <ac:spMk id="3" creationId="{D4820893-F8CA-8A73-1887-604FD809AF92}"/>
          </ac:spMkLst>
        </pc:spChg>
      </pc:sldChg>
      <pc:sldChg chg="modSp del mod">
        <pc:chgData name="Natarajan Panchapakesan" userId="98ec2a7f79ffc4a0" providerId="LiveId" clId="{FDB06C6A-0D88-46CF-9EBE-AAB839AA0F32}" dt="2026-04-14T05:55:43.069" v="1556" actId="2696"/>
        <pc:sldMkLst>
          <pc:docMk/>
          <pc:sldMk cId="2007473250" sldId="276"/>
        </pc:sldMkLst>
        <pc:spChg chg="mod">
          <ac:chgData name="Natarajan Panchapakesan" userId="98ec2a7f79ffc4a0" providerId="LiveId" clId="{FDB06C6A-0D88-46CF-9EBE-AAB839AA0F32}" dt="2026-04-13T13:23:46.971" v="88" actId="20577"/>
          <ac:spMkLst>
            <pc:docMk/>
            <pc:sldMk cId="2007473250" sldId="276"/>
            <ac:spMk id="3" creationId="{733C88A4-AD39-F698-0A5B-60A930DCA2E6}"/>
          </ac:spMkLst>
        </pc:spChg>
      </pc:sldChg>
      <pc:sldChg chg="modSp del mod">
        <pc:chgData name="Natarajan Panchapakesan" userId="98ec2a7f79ffc4a0" providerId="LiveId" clId="{FDB06C6A-0D88-46CF-9EBE-AAB839AA0F32}" dt="2026-04-14T06:03:05.415" v="1658" actId="2696"/>
        <pc:sldMkLst>
          <pc:docMk/>
          <pc:sldMk cId="1773461159" sldId="278"/>
        </pc:sldMkLst>
        <pc:spChg chg="mod">
          <ac:chgData name="Natarajan Panchapakesan" userId="98ec2a7f79ffc4a0" providerId="LiveId" clId="{FDB06C6A-0D88-46CF-9EBE-AAB839AA0F32}" dt="2026-04-13T13:26:10.567" v="153" actId="20577"/>
          <ac:spMkLst>
            <pc:docMk/>
            <pc:sldMk cId="1773461159" sldId="278"/>
            <ac:spMk id="3" creationId="{C1C417AF-D408-29F9-541E-93B33B36015D}"/>
          </ac:spMkLst>
        </pc:spChg>
      </pc:sldChg>
      <pc:sldChg chg="modSp mod">
        <pc:chgData name="Natarajan Panchapakesan" userId="98ec2a7f79ffc4a0" providerId="LiveId" clId="{FDB06C6A-0D88-46CF-9EBE-AAB839AA0F32}" dt="2026-04-14T06:21:56.821" v="1752" actId="6549"/>
        <pc:sldMkLst>
          <pc:docMk/>
          <pc:sldMk cId="4100024107" sldId="281"/>
        </pc:sldMkLst>
        <pc:spChg chg="mod">
          <ac:chgData name="Natarajan Panchapakesan" userId="98ec2a7f79ffc4a0" providerId="LiveId" clId="{FDB06C6A-0D88-46CF-9EBE-AAB839AA0F32}" dt="2026-04-14T06:21:56.821" v="1752" actId="6549"/>
          <ac:spMkLst>
            <pc:docMk/>
            <pc:sldMk cId="4100024107" sldId="281"/>
            <ac:spMk id="3" creationId="{29A4A984-4B7E-B4FB-B3C1-519705703F08}"/>
          </ac:spMkLst>
        </pc:spChg>
      </pc:sldChg>
      <pc:sldChg chg="del">
        <pc:chgData name="Natarajan Panchapakesan" userId="98ec2a7f79ffc4a0" providerId="LiveId" clId="{FDB06C6A-0D88-46CF-9EBE-AAB839AA0F32}" dt="2026-04-14T06:26:13.096" v="1781" actId="2696"/>
        <pc:sldMkLst>
          <pc:docMk/>
          <pc:sldMk cId="3909424277" sldId="282"/>
        </pc:sldMkLst>
      </pc:sldChg>
      <pc:sldChg chg="del">
        <pc:chgData name="Natarajan Panchapakesan" userId="98ec2a7f79ffc4a0" providerId="LiveId" clId="{FDB06C6A-0D88-46CF-9EBE-AAB839AA0F32}" dt="2026-04-13T14:08:36.425" v="1316" actId="2696"/>
        <pc:sldMkLst>
          <pc:docMk/>
          <pc:sldMk cId="2925843504" sldId="284"/>
        </pc:sldMkLst>
      </pc:sldChg>
      <pc:sldChg chg="del">
        <pc:chgData name="Natarajan Panchapakesan" userId="98ec2a7f79ffc4a0" providerId="LiveId" clId="{FDB06C6A-0D88-46CF-9EBE-AAB839AA0F32}" dt="2026-04-13T13:29:01.853" v="162" actId="2696"/>
        <pc:sldMkLst>
          <pc:docMk/>
          <pc:sldMk cId="2765039320" sldId="285"/>
        </pc:sldMkLst>
      </pc:sldChg>
      <pc:sldChg chg="modSp mod">
        <pc:chgData name="Natarajan Panchapakesan" userId="98ec2a7f79ffc4a0" providerId="LiveId" clId="{FDB06C6A-0D88-46CF-9EBE-AAB839AA0F32}" dt="2026-04-14T06:25:25.633" v="1779" actId="20577"/>
        <pc:sldMkLst>
          <pc:docMk/>
          <pc:sldMk cId="271039203" sldId="287"/>
        </pc:sldMkLst>
        <pc:spChg chg="mod">
          <ac:chgData name="Natarajan Panchapakesan" userId="98ec2a7f79ffc4a0" providerId="LiveId" clId="{FDB06C6A-0D88-46CF-9EBE-AAB839AA0F32}" dt="2026-04-13T14:09:03.939" v="1325" actId="20577"/>
          <ac:spMkLst>
            <pc:docMk/>
            <pc:sldMk cId="271039203" sldId="287"/>
            <ac:spMk id="2" creationId="{700DA68A-E1A5-B95D-99AB-A028503D964C}"/>
          </ac:spMkLst>
        </pc:spChg>
        <pc:spChg chg="mod">
          <ac:chgData name="Natarajan Panchapakesan" userId="98ec2a7f79ffc4a0" providerId="LiveId" clId="{FDB06C6A-0D88-46CF-9EBE-AAB839AA0F32}" dt="2026-04-14T06:25:25.633" v="1779" actId="20577"/>
          <ac:spMkLst>
            <pc:docMk/>
            <pc:sldMk cId="271039203" sldId="287"/>
            <ac:spMk id="3" creationId="{0B9048D1-0C2F-A76D-F419-37349CB55ADA}"/>
          </ac:spMkLst>
        </pc:spChg>
      </pc:sldChg>
      <pc:sldChg chg="del">
        <pc:chgData name="Natarajan Panchapakesan" userId="98ec2a7f79ffc4a0" providerId="LiveId" clId="{FDB06C6A-0D88-46CF-9EBE-AAB839AA0F32}" dt="2026-04-13T14:07:38.579" v="1311" actId="2696"/>
        <pc:sldMkLst>
          <pc:docMk/>
          <pc:sldMk cId="2400505496" sldId="288"/>
        </pc:sldMkLst>
      </pc:sldChg>
      <pc:sldChg chg="modSp new mod">
        <pc:chgData name="Natarajan Panchapakesan" userId="98ec2a7f79ffc4a0" providerId="LiveId" clId="{FDB06C6A-0D88-46CF-9EBE-AAB839AA0F32}" dt="2026-04-13T14:08:19.163" v="1315" actId="20577"/>
        <pc:sldMkLst>
          <pc:docMk/>
          <pc:sldMk cId="1815230290" sldId="289"/>
        </pc:sldMkLst>
        <pc:spChg chg="mod">
          <ac:chgData name="Natarajan Panchapakesan" userId="98ec2a7f79ffc4a0" providerId="LiveId" clId="{FDB06C6A-0D88-46CF-9EBE-AAB839AA0F32}" dt="2026-04-13T14:06:19.364" v="1255" actId="20577"/>
          <ac:spMkLst>
            <pc:docMk/>
            <pc:sldMk cId="1815230290" sldId="289"/>
            <ac:spMk id="2" creationId="{C2476791-1F22-72F5-EEEF-EFDD74A8C5BA}"/>
          </ac:spMkLst>
        </pc:spChg>
        <pc:spChg chg="mod">
          <ac:chgData name="Natarajan Panchapakesan" userId="98ec2a7f79ffc4a0" providerId="LiveId" clId="{FDB06C6A-0D88-46CF-9EBE-AAB839AA0F32}" dt="2026-04-13T14:08:19.163" v="1315" actId="20577"/>
          <ac:spMkLst>
            <pc:docMk/>
            <pc:sldMk cId="1815230290" sldId="289"/>
            <ac:spMk id="3" creationId="{DD48E74C-A66B-466D-BD89-7EBB91C48FDB}"/>
          </ac:spMkLst>
        </pc:spChg>
      </pc:sldChg>
      <pc:sldChg chg="modSp new mod">
        <pc:chgData name="Natarajan Panchapakesan" userId="98ec2a7f79ffc4a0" providerId="LiveId" clId="{FDB06C6A-0D88-46CF-9EBE-AAB839AA0F32}" dt="2026-04-14T06:59:02.161" v="1832" actId="20577"/>
        <pc:sldMkLst>
          <pc:docMk/>
          <pc:sldMk cId="3021768875" sldId="290"/>
        </pc:sldMkLst>
        <pc:spChg chg="mod">
          <ac:chgData name="Natarajan Panchapakesan" userId="98ec2a7f79ffc4a0" providerId="LiveId" clId="{FDB06C6A-0D88-46CF-9EBE-AAB839AA0F32}" dt="2026-04-13T13:31:57.806" v="204" actId="20577"/>
          <ac:spMkLst>
            <pc:docMk/>
            <pc:sldMk cId="3021768875" sldId="290"/>
            <ac:spMk id="2" creationId="{218EC784-BEF2-3067-B460-16948F963C66}"/>
          </ac:spMkLst>
        </pc:spChg>
        <pc:spChg chg="mod">
          <ac:chgData name="Natarajan Panchapakesan" userId="98ec2a7f79ffc4a0" providerId="LiveId" clId="{FDB06C6A-0D88-46CF-9EBE-AAB839AA0F32}" dt="2026-04-14T06:59:02.161" v="1832" actId="20577"/>
          <ac:spMkLst>
            <pc:docMk/>
            <pc:sldMk cId="3021768875" sldId="290"/>
            <ac:spMk id="3" creationId="{3B2ED5D9-6EA0-503C-9495-8777C8EF95D5}"/>
          </ac:spMkLst>
        </pc:spChg>
      </pc:sldChg>
      <pc:sldChg chg="modSp new mod">
        <pc:chgData name="Natarajan Panchapakesan" userId="98ec2a7f79ffc4a0" providerId="LiveId" clId="{FDB06C6A-0D88-46CF-9EBE-AAB839AA0F32}" dt="2026-04-14T07:00:39.618" v="1871" actId="20577"/>
        <pc:sldMkLst>
          <pc:docMk/>
          <pc:sldMk cId="2479176002" sldId="291"/>
        </pc:sldMkLst>
        <pc:spChg chg="mod">
          <ac:chgData name="Natarajan Panchapakesan" userId="98ec2a7f79ffc4a0" providerId="LiveId" clId="{FDB06C6A-0D88-46CF-9EBE-AAB839AA0F32}" dt="2026-04-13T13:52:03.690" v="833" actId="20577"/>
          <ac:spMkLst>
            <pc:docMk/>
            <pc:sldMk cId="2479176002" sldId="291"/>
            <ac:spMk id="2" creationId="{AFBABFE2-A6B3-97AC-0EC8-D912800D0914}"/>
          </ac:spMkLst>
        </pc:spChg>
        <pc:spChg chg="mod">
          <ac:chgData name="Natarajan Panchapakesan" userId="98ec2a7f79ffc4a0" providerId="LiveId" clId="{FDB06C6A-0D88-46CF-9EBE-AAB839AA0F32}" dt="2026-04-14T07:00:39.618" v="1871" actId="20577"/>
          <ac:spMkLst>
            <pc:docMk/>
            <pc:sldMk cId="2479176002" sldId="291"/>
            <ac:spMk id="3" creationId="{3534D34D-A63F-C1EA-7922-EFD200DBF81F}"/>
          </ac:spMkLst>
        </pc:spChg>
      </pc:sldChg>
      <pc:sldChg chg="new del">
        <pc:chgData name="Natarajan Panchapakesan" userId="98ec2a7f79ffc4a0" providerId="LiveId" clId="{FDB06C6A-0D88-46CF-9EBE-AAB839AA0F32}" dt="2026-04-14T05:56:38.888" v="1557" actId="2696"/>
        <pc:sldMkLst>
          <pc:docMk/>
          <pc:sldMk cId="4000007126" sldId="292"/>
        </pc:sldMkLst>
      </pc:sldChg>
      <pc:sldChg chg="add">
        <pc:chgData name="Natarajan Panchapakesan" userId="98ec2a7f79ffc4a0" providerId="LiveId" clId="{FDB06C6A-0D88-46CF-9EBE-AAB839AA0F32}" dt="2026-04-14T05:55:01.046" v="1555"/>
        <pc:sldMkLst>
          <pc:docMk/>
          <pc:sldMk cId="16691010" sldId="293"/>
        </pc:sldMkLst>
      </pc:sldChg>
      <pc:sldChg chg="new del">
        <pc:chgData name="Natarajan Panchapakesan" userId="98ec2a7f79ffc4a0" providerId="LiveId" clId="{FDB06C6A-0D88-46CF-9EBE-AAB839AA0F32}" dt="2026-04-14T06:02:30.071" v="1657" actId="2696"/>
        <pc:sldMkLst>
          <pc:docMk/>
          <pc:sldMk cId="550788311" sldId="294"/>
        </pc:sldMkLst>
      </pc:sldChg>
      <pc:sldChg chg="add">
        <pc:chgData name="Natarajan Panchapakesan" userId="98ec2a7f79ffc4a0" providerId="LiveId" clId="{FDB06C6A-0D88-46CF-9EBE-AAB839AA0F32}" dt="2026-04-14T06:02:17.135" v="1656"/>
        <pc:sldMkLst>
          <pc:docMk/>
          <pc:sldMk cId="360873609" sldId="295"/>
        </pc:sldMkLst>
      </pc:sldChg>
      <pc:sldChg chg="new del">
        <pc:chgData name="Natarajan Panchapakesan" userId="98ec2a7f79ffc4a0" providerId="LiveId" clId="{FDB06C6A-0D88-46CF-9EBE-AAB839AA0F32}" dt="2026-04-14T06:19:14.606" v="1735" actId="2696"/>
        <pc:sldMkLst>
          <pc:docMk/>
          <pc:sldMk cId="2021301953" sldId="296"/>
        </pc:sldMkLst>
      </pc:sldChg>
      <pc:sldChg chg="add">
        <pc:chgData name="Natarajan Panchapakesan" userId="98ec2a7f79ffc4a0" providerId="LiveId" clId="{FDB06C6A-0D88-46CF-9EBE-AAB839AA0F32}" dt="2026-04-14T06:18:56.984" v="1734"/>
        <pc:sldMkLst>
          <pc:docMk/>
          <pc:sldMk cId="3798293654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545D-7649-3D79-5681-E1045B26E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030F4-A016-01D9-84B1-F932BEB2B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E6B6C-2E82-B2DF-A0DF-D50227907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0B623-53DD-0BCC-B02E-487E316A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6547D-1628-8409-23A1-DC356E70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22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0955-B03F-B717-1C0C-3CB1FBCB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3EBA5-5FB3-7A90-95E4-993DABE9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B725E-AD52-1495-C913-08EB83CF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9B86F-34BB-708C-41EE-B03EDF7E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B586-9327-1014-8ED2-FF7B0561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74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F019-A9AA-E6EE-597A-73891125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474AC-5EB3-5FAE-6135-2029DC91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28B2C-D8E9-83A4-6CBF-706EFF18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FB94F-0736-5041-CBFF-3D4E8241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EEFE3-AABC-B3E0-D734-AADC52D2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4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5710-6E44-DD19-EFDF-B1960731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43C1-9769-8A0F-73CD-A20CE7B11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E5941-2F56-0506-FDED-E38F2BE80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5E44C-7630-851A-FC09-936E430A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98A52-E2CD-D20D-CC9B-99DE21B9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3CB0-1E8A-6CE1-3482-B2C4A911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399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047B-CD9A-9955-7280-3748B012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461DB-30F7-000E-1CF7-718A665CA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E1A9E-F4B0-4070-8CD7-FC1AD9E0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81F12-4C8A-BC10-3492-98F542D96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2986E-93CA-5BE7-0D78-FE2A9D100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7C7F5-F65A-0BE2-9F9E-8955C31C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82686-76CC-02BD-4887-D7BBE660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AA25A-D25C-1CD5-A0B6-3D4BECF3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17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4B29-39AE-1E4F-FF77-C717D881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FEEE6-9AE1-1059-6492-8C8F6C6A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7FBC2-7E0F-32C1-521E-79551802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C9375-64ED-F082-1999-B3813920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4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1442A-AFCE-87DE-304A-D08218AB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45842-5C66-3044-3072-15888FC1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BD396-9BCF-9493-8217-EF40AA6D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5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F70A-B690-BF22-287D-67ED6670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3277-4FCA-D02B-D906-4F3955141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8E722-F3FB-B695-EEBD-650560C9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B182A-8513-2FEB-621D-DB91B403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A2C8F-58D8-ED7C-B3DD-E10A5B87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69637-EDAC-E721-D7BB-F483944F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6C44-C28F-6FB7-5F0A-D3BBE5EF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6B8D5D-97A6-5159-B26E-59EAD00DD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89A77-B23E-F005-1621-1120A5450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C605-656E-C0D2-F96E-C6236979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F8460-FD63-85B9-A59D-654155FF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08CA7-849D-EAC3-E86B-5AB61419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0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06C0-C747-AFDC-6F48-276339ED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AC85D-F2DD-8F67-258E-6F38D1C2F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4214-7BFF-5838-D0EB-8B6E65D0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FD012-A1DF-45BB-88A3-8C10AD1D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0AD34-082D-AFEE-3B68-33B3BC6A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79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15F1A-2096-E8E7-8A19-52248DC710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4303C-E30A-41C9-D252-826D7C650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A1C16-7D31-84E2-96BA-5BF5A1515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E6336-79B3-10F7-672D-DD946197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E4F83-5046-84F3-DBB4-FD73C5DB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B49F3-6ACE-4CF5-6E20-DF394EEE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E04D3-0687-C4B1-4CF4-822344261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8D543-74E2-C28D-1A5D-38237EE4B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F7178-B8C3-40BF-98D9-6E9FCF792235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59CB-A7BD-B7C5-B96F-41DB75A64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D4CE-4BE3-EDE3-F972-33B4F8E75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228EA-6619-4244-A465-EFE31C2415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23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440B-540B-5EF0-A933-BFB1DA2DF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381" y="786810"/>
            <a:ext cx="9144000" cy="2642190"/>
          </a:xfrm>
        </p:spPr>
        <p:txBody>
          <a:bodyPr>
            <a:normAutofit/>
          </a:bodyPr>
          <a:lstStyle/>
          <a:p>
            <a:r>
              <a:rPr lang="en-US" dirty="0"/>
              <a:t>Welcome and Introduction</a:t>
            </a:r>
            <a:br>
              <a:rPr lang="en-US" dirty="0"/>
            </a:br>
            <a:r>
              <a:rPr lang="en-US" dirty="0" err="1"/>
              <a:t>ANMitra</a:t>
            </a:r>
            <a:r>
              <a:rPr lang="en-US" dirty="0"/>
              <a:t> Memorial Function April 14 and 15, 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A4E21-2D6F-B2C3-402D-E99DF68C5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124994"/>
          </a:xfrm>
        </p:spPr>
        <p:txBody>
          <a:bodyPr>
            <a:normAutofit/>
          </a:bodyPr>
          <a:lstStyle/>
          <a:p>
            <a:r>
              <a:rPr lang="en-US" dirty="0" err="1"/>
              <a:t>N.Panchapakesan</a:t>
            </a:r>
            <a:r>
              <a:rPr lang="en-US" dirty="0"/>
              <a:t>, University of Delhi</a:t>
            </a:r>
          </a:p>
          <a:p>
            <a:r>
              <a:rPr lang="en-US" dirty="0"/>
              <a:t>Happy Baisakhi, Happy Tamil New Year, </a:t>
            </a:r>
          </a:p>
          <a:p>
            <a:r>
              <a:rPr lang="en-US" dirty="0"/>
              <a:t>Remembering Baba Saheb Ambedkar on his Birthday </a:t>
            </a:r>
          </a:p>
          <a:p>
            <a:r>
              <a:rPr lang="en-US" dirty="0" err="1"/>
              <a:t>ANMitra</a:t>
            </a:r>
            <a:r>
              <a:rPr lang="en-US" dirty="0"/>
              <a:t> Birthday on April 15.</a:t>
            </a:r>
          </a:p>
          <a:p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50784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3409-8A39-48A4-42F0-ED2CFC740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44111"/>
          </a:xfrm>
        </p:spPr>
        <p:txBody>
          <a:bodyPr/>
          <a:lstStyle/>
          <a:p>
            <a:r>
              <a:rPr lang="en-US" dirty="0"/>
              <a:t>Recent Deaths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DED86-DB91-F514-8DC7-F88212AF2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9926"/>
            <a:ext cx="9144000" cy="197317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 err="1"/>
              <a:t>Vaidyeswaran</a:t>
            </a:r>
            <a:r>
              <a:rPr lang="en-US" dirty="0"/>
              <a:t> Rajaraman 2.Ramamurthy Rajaraman</a:t>
            </a:r>
          </a:p>
          <a:p>
            <a:r>
              <a:rPr lang="en-US" dirty="0"/>
              <a:t>3. </a:t>
            </a:r>
            <a:r>
              <a:rPr lang="en-US" dirty="0" err="1"/>
              <a:t>Aiyalam</a:t>
            </a:r>
            <a:r>
              <a:rPr lang="en-US" dirty="0"/>
              <a:t> Parameswaran Balachandran   </a:t>
            </a:r>
          </a:p>
          <a:p>
            <a:r>
              <a:rPr lang="en-IN" dirty="0"/>
              <a:t>4.  Anthony Legget</a:t>
            </a:r>
          </a:p>
        </p:txBody>
      </p:sp>
    </p:spTree>
    <p:extLst>
      <p:ext uri="{BB962C8B-B14F-4D97-AF65-F5344CB8AC3E}">
        <p14:creationId xmlns:p14="http://schemas.microsoft.com/office/powerpoint/2010/main" val="80149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B1756-90F6-F117-DFC1-6B4DD51E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5AEC-4333-5FCD-3B33-15A0F5826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2527"/>
            <a:ext cx="9144000" cy="2293435"/>
          </a:xfrm>
        </p:spPr>
        <p:txBody>
          <a:bodyPr/>
          <a:lstStyle/>
          <a:p>
            <a:r>
              <a:rPr lang="en-US" dirty="0" err="1"/>
              <a:t>Vaidyeswaran</a:t>
            </a:r>
            <a:r>
              <a:rPr lang="en-US" dirty="0"/>
              <a:t> Rajaraman</a:t>
            </a:r>
            <a:br>
              <a:rPr lang="en-US" dirty="0"/>
            </a:br>
            <a:r>
              <a:rPr lang="en-US" dirty="0"/>
              <a:t>8-9-1933 to 8-11-2025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F656F-EFDD-C3D5-1682-77038AFCE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Legend of Computer Science, Joined </a:t>
            </a:r>
            <a:r>
              <a:rPr lang="en-US" dirty="0" err="1"/>
              <a:t>IITKanpur</a:t>
            </a:r>
            <a:r>
              <a:rPr lang="en-US" dirty="0"/>
              <a:t> in 1961,moved to IISc </a:t>
            </a:r>
            <a:r>
              <a:rPr lang="en-US" dirty="0" err="1"/>
              <a:t>B’ngaluru</a:t>
            </a:r>
            <a:r>
              <a:rPr lang="en-US" dirty="0"/>
              <a:t>, Wrote 23 inexpensive Best </a:t>
            </a:r>
            <a:r>
              <a:rPr lang="en-US" dirty="0" err="1"/>
              <a:t>sellerText</a:t>
            </a:r>
            <a:r>
              <a:rPr lang="en-US" dirty="0"/>
              <a:t>  books, many with wife Dharma</a:t>
            </a:r>
          </a:p>
          <a:p>
            <a:r>
              <a:rPr lang="en-US" dirty="0"/>
              <a:t>Became a well known name  in India and abroad for teaching and research in computer science</a:t>
            </a:r>
          </a:p>
          <a:p>
            <a:r>
              <a:rPr lang="en-US" dirty="0"/>
              <a:t>My classmate in MEA School and St Stephen’s College both in Delhi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29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35688-356A-664D-F9BE-EB9435A60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5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DB73-F4D6-55C1-C3B6-43D0B579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4E27-249A-82CA-88D6-86E8DA6D1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62527"/>
            <a:ext cx="9144000" cy="2293435"/>
          </a:xfrm>
        </p:spPr>
        <p:txBody>
          <a:bodyPr/>
          <a:lstStyle/>
          <a:p>
            <a:r>
              <a:rPr lang="en-US" dirty="0" err="1"/>
              <a:t>Vaidyeswaran</a:t>
            </a:r>
            <a:r>
              <a:rPr lang="en-US" dirty="0"/>
              <a:t> Rajaraman</a:t>
            </a:r>
            <a:br>
              <a:rPr lang="en-US" dirty="0"/>
            </a:br>
            <a:r>
              <a:rPr lang="en-US" dirty="0"/>
              <a:t>8-9-1933 to 8-11-2025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20893-F8CA-8A73-1887-604FD809A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Legend of Computer Science, Joined </a:t>
            </a:r>
            <a:r>
              <a:rPr lang="en-US" dirty="0" err="1"/>
              <a:t>IITKanpur</a:t>
            </a:r>
            <a:r>
              <a:rPr lang="en-US" dirty="0"/>
              <a:t> in 1961,moved to IISc </a:t>
            </a:r>
            <a:r>
              <a:rPr lang="en-US" dirty="0" err="1"/>
              <a:t>B’ngaluru</a:t>
            </a:r>
            <a:r>
              <a:rPr lang="en-US" dirty="0"/>
              <a:t>, Wrote 23 inexpensive Best </a:t>
            </a:r>
            <a:r>
              <a:rPr lang="en-US" dirty="0" err="1"/>
              <a:t>sellerText</a:t>
            </a:r>
            <a:r>
              <a:rPr lang="en-US" dirty="0"/>
              <a:t>  books, many with wife Dharma</a:t>
            </a:r>
          </a:p>
          <a:p>
            <a:r>
              <a:rPr lang="en-US" dirty="0"/>
              <a:t>Became a well known name  in India and abroad for teaching and research in computer science</a:t>
            </a:r>
          </a:p>
          <a:p>
            <a:r>
              <a:rPr lang="en-US" dirty="0"/>
              <a:t>My classmate in MEA School and St Stephen’s College both in Delhi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61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B35B-F5D8-27A0-9FB0-407A7269A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Ramamurthi Rajaraman</a:t>
            </a:r>
            <a:br>
              <a:rPr lang="en-US" dirty="0"/>
            </a:br>
            <a:r>
              <a:rPr lang="en-US" dirty="0"/>
              <a:t>11-3-1939 to12-7-2025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39DC6-493D-A4E3-4686-D8BD1FBF0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Again MEA HS School, St. Stephen’s College, both Delhi</a:t>
            </a:r>
          </a:p>
          <a:p>
            <a:r>
              <a:rPr lang="en-US" dirty="0"/>
              <a:t>Along with Hans Bethe in 1963 ,at Cornell university</a:t>
            </a:r>
          </a:p>
          <a:p>
            <a:r>
              <a:rPr lang="en-US" dirty="0"/>
              <a:t>Considered the contribution of Three body and higher number of bodies interaction for his thesis. </a:t>
            </a:r>
          </a:p>
          <a:p>
            <a:r>
              <a:rPr lang="en-US" dirty="0"/>
              <a:t>Worked in many areas of theoretical physics.</a:t>
            </a:r>
          </a:p>
          <a:p>
            <a:r>
              <a:rPr lang="en-US" dirty="0"/>
              <a:t>Worked on Nuclear Disarmament and Nuclear energy </a:t>
            </a:r>
          </a:p>
          <a:p>
            <a:r>
              <a:rPr lang="en-US" dirty="0" err="1"/>
              <a:t>ANMitra</a:t>
            </a:r>
            <a:r>
              <a:rPr lang="en-US" dirty="0"/>
              <a:t> started studying three body interaction in 1961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2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A3EFA5-72E8-90A3-0AD6-4FA0946C2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280" y="793149"/>
            <a:ext cx="9387439" cy="527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7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006B-535F-3603-01E6-79A3DA4C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4959-2E31-A591-B48B-B59E67BFFF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Ramamurthi Rajaraman</a:t>
            </a:r>
            <a:br>
              <a:rPr lang="en-US" dirty="0"/>
            </a:br>
            <a:r>
              <a:rPr lang="en-US" dirty="0"/>
              <a:t>11-3-1939 to12-7-2025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316BC-2284-1AC2-373A-EC7975186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Again MEA HS School, St. Stephen’s College, both Delhi</a:t>
            </a:r>
          </a:p>
          <a:p>
            <a:r>
              <a:rPr lang="en-US" dirty="0"/>
              <a:t>Along with Hans Bethe in 1963 ,at Cornell university</a:t>
            </a:r>
          </a:p>
          <a:p>
            <a:r>
              <a:rPr lang="en-US" dirty="0"/>
              <a:t>Considered the contribution of Three body and higher number of bodies interaction for his thesis. </a:t>
            </a:r>
          </a:p>
          <a:p>
            <a:r>
              <a:rPr lang="en-US" dirty="0"/>
              <a:t>Worked in many areas of theoretical physics.</a:t>
            </a:r>
          </a:p>
          <a:p>
            <a:r>
              <a:rPr lang="en-US" dirty="0"/>
              <a:t>Worked on Nuclear Disarmament and Nuclear energy </a:t>
            </a:r>
          </a:p>
          <a:p>
            <a:r>
              <a:rPr lang="en-US" dirty="0" err="1"/>
              <a:t>ANMitra</a:t>
            </a:r>
            <a:r>
              <a:rPr lang="en-US" dirty="0"/>
              <a:t> started studying three body interaction in 1961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C4F1-3796-BF12-BEC5-1F125AF3D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Aiyalam</a:t>
            </a:r>
            <a:r>
              <a:rPr lang="en-US" dirty="0"/>
              <a:t> Parameswaran Balachandran</a:t>
            </a:r>
            <a:br>
              <a:rPr lang="en-US" dirty="0"/>
            </a:br>
            <a:r>
              <a:rPr lang="en-US" dirty="0"/>
              <a:t>26-1-1938 to18-4-2025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F0593-63A3-B237-938F-E4E7BDC7A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PhD with Alladi Ramakrishnan at </a:t>
            </a:r>
            <a:r>
              <a:rPr lang="en-US" dirty="0" err="1"/>
              <a:t>Matscience</a:t>
            </a:r>
            <a:r>
              <a:rPr lang="en-US" dirty="0"/>
              <a:t>, Chennai ,Postdoc Univ of Chicago</a:t>
            </a:r>
          </a:p>
          <a:p>
            <a:r>
              <a:rPr lang="en-US" dirty="0"/>
              <a:t>Well known Mathematical Physicist, with Kamesh Wali, at Syracuse in USA.</a:t>
            </a:r>
          </a:p>
          <a:p>
            <a:r>
              <a:rPr lang="en-US" dirty="0"/>
              <a:t>His group had studied </a:t>
            </a:r>
            <a:r>
              <a:rPr lang="en-US" dirty="0" err="1"/>
              <a:t>Skyrmions</a:t>
            </a:r>
            <a:r>
              <a:rPr lang="en-US" dirty="0"/>
              <a:t> in 1982s when I visited them.</a:t>
            </a:r>
          </a:p>
          <a:p>
            <a:r>
              <a:rPr lang="en-US" dirty="0"/>
              <a:t>Witten visited them after that and wrote an article which became famous</a:t>
            </a:r>
          </a:p>
          <a:p>
            <a:r>
              <a:rPr lang="en-US" dirty="0"/>
              <a:t>Shivaji Sondhi applied it to Q. Hall effect later in1990s after reading R Rajaraman’s book on solitons. Small world.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240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6BCC-E9EE-0FA0-602A-45902894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8C42FB-D9C0-74E0-C7FC-FF23315D4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872" y="1825625"/>
            <a:ext cx="33862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83EA-5AA9-EE3E-B127-F3DD6691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9A8F-7498-B197-8825-985D835F3B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Aiyalam</a:t>
            </a:r>
            <a:r>
              <a:rPr lang="en-US" dirty="0"/>
              <a:t> Parameswaran Balachandran</a:t>
            </a:r>
            <a:br>
              <a:rPr lang="en-US" dirty="0"/>
            </a:br>
            <a:r>
              <a:rPr lang="en-US" dirty="0"/>
              <a:t>26-1-1938 to18-4-2025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6F03-2E49-D86B-DE1B-29E5D2B401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PhD with Alladi Ramakrishnan at </a:t>
            </a:r>
            <a:r>
              <a:rPr lang="en-US" dirty="0" err="1"/>
              <a:t>Matscience</a:t>
            </a:r>
            <a:r>
              <a:rPr lang="en-US" dirty="0"/>
              <a:t>, Chennai ,Postdoc Univ of Chicago</a:t>
            </a:r>
          </a:p>
          <a:p>
            <a:r>
              <a:rPr lang="en-US" dirty="0"/>
              <a:t>Well known Mathematical Physicist, with Kamesh Wali, at Syracuse in USA.</a:t>
            </a:r>
          </a:p>
          <a:p>
            <a:r>
              <a:rPr lang="en-US" dirty="0"/>
              <a:t>His group had studied </a:t>
            </a:r>
            <a:r>
              <a:rPr lang="en-US" dirty="0" err="1"/>
              <a:t>Skyrmions</a:t>
            </a:r>
            <a:r>
              <a:rPr lang="en-US" dirty="0"/>
              <a:t> in 1982s when I visited them.</a:t>
            </a:r>
          </a:p>
          <a:p>
            <a:r>
              <a:rPr lang="en-US" dirty="0"/>
              <a:t>Witten visited them after that and wrote an article which became famous</a:t>
            </a:r>
          </a:p>
          <a:p>
            <a:r>
              <a:rPr lang="en-US" dirty="0"/>
              <a:t>Shivaji Sondhi applied it to Q. Hall effect later in1990s after reading R Rajaraman’s book on solitons. Small world.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87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B926-0B28-5D99-B503-6EDCDEF07D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Anthony Leggett</a:t>
            </a:r>
            <a:br>
              <a:rPr lang="en-US" dirty="0"/>
            </a:br>
            <a:r>
              <a:rPr lang="en-US" dirty="0"/>
              <a:t>26-3-1938 to 8-3-2026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F9B47-9CDF-DDA3-0FA5-79D2C5DE7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2003 Nobel prize for work on quantum phase transitions in He3.</a:t>
            </a:r>
          </a:p>
          <a:p>
            <a:r>
              <a:rPr lang="en-US" dirty="0"/>
              <a:t>Later studied how big can a quantum system be ?</a:t>
            </a:r>
          </a:p>
          <a:p>
            <a:r>
              <a:rPr lang="en-US" dirty="0"/>
              <a:t>Predicted systems which were created 45 years ago with Josephson’s junctions</a:t>
            </a:r>
          </a:p>
          <a:p>
            <a:r>
              <a:rPr lang="en-US" dirty="0"/>
              <a:t>The creators got the Nobel prize only last year.</a:t>
            </a:r>
          </a:p>
          <a:p>
            <a:r>
              <a:rPr lang="en-US" dirty="0"/>
              <a:t>Relation between Classical and Quantum mechanics still not understood fully.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5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3227-3748-0018-6DB2-73C1A3FC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Anthony Leggett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148F4-8C83-2F57-A66B-B0F46A06B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614" y="1392865"/>
            <a:ext cx="3341683" cy="478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36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B1D4-597E-62DD-D07B-1933D3A8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B198-1DC9-AB02-841E-D03CBFF21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Anthony Leggett</a:t>
            </a:r>
            <a:br>
              <a:rPr lang="en-US" dirty="0"/>
            </a:br>
            <a:r>
              <a:rPr lang="en-US" dirty="0"/>
              <a:t>26-3-1938 to 8-3-2026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4A984-4B7E-B4FB-B3C1-519705703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2003 Nobel prize for work on quantum phase transitions in He3.</a:t>
            </a:r>
          </a:p>
          <a:p>
            <a:r>
              <a:rPr lang="en-US" dirty="0"/>
              <a:t>Later studied how big can a quantum system be ?</a:t>
            </a:r>
          </a:p>
          <a:p>
            <a:r>
              <a:rPr lang="en-US" dirty="0"/>
              <a:t>Predicted systems which were created 45 years ago with Josephson’s junctions</a:t>
            </a:r>
          </a:p>
          <a:p>
            <a:r>
              <a:rPr lang="en-US" dirty="0"/>
              <a:t>The creators got the Nobel prize only last year.</a:t>
            </a:r>
          </a:p>
          <a:p>
            <a:r>
              <a:rPr lang="en-US" dirty="0"/>
              <a:t>Relation between Classical and Quantum mechanics still not understood fully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024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EC784-BEF2-3067-B460-16948F96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Quantum Mechanics to Classical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ED5D9-6EA0-503C-9495-8777C8EF9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Collapse  takes one to Cl. Mech. No Unitarity. No Time reversal invariance, in the transition.</a:t>
            </a:r>
          </a:p>
          <a:p>
            <a:r>
              <a:rPr lang="en-IN" dirty="0"/>
              <a:t>2. What if detector is also included in the system ? Can there be an end to enlarging the system. Wigner in 1960 thought it will end in human consciousness. It can be consciousness of Wigner or any other (Wigner’s friend).</a:t>
            </a:r>
          </a:p>
          <a:p>
            <a:r>
              <a:rPr lang="en-IN" dirty="0"/>
              <a:t>3. Zurek in in 1990s suggested Decoherence by Environment, especially Cosmic Microwave Background Radiation. Wigner changed his mind and accepted it in 1990s. Zurek and others have a model in the book Quantum Darwinism. No general acceptance yet.</a:t>
            </a:r>
          </a:p>
        </p:txBody>
      </p:sp>
    </p:spTree>
    <p:extLst>
      <p:ext uri="{BB962C8B-B14F-4D97-AF65-F5344CB8AC3E}">
        <p14:creationId xmlns:p14="http://schemas.microsoft.com/office/powerpoint/2010/main" val="302176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BFE2-A6B3-97AC-0EC8-D912800D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Gravitation may play a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D34D-A63F-C1EA-7922-EFD200DBF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Roger Penrose thinks so.</a:t>
            </a:r>
          </a:p>
          <a:p>
            <a:r>
              <a:rPr lang="en-IN" dirty="0"/>
              <a:t>2. Black Holes may play a role . </a:t>
            </a:r>
          </a:p>
          <a:p>
            <a:r>
              <a:rPr lang="en-IN" dirty="0"/>
              <a:t>3. Hawking using QM in curved space time discovered emission of thermal radiation. That leads to information loss and violation of unitarity. No agreement on what happens </a:t>
            </a:r>
            <a:r>
              <a:rPr lang="en-IN"/>
              <a:t>or Why.</a:t>
            </a:r>
            <a:endParaRPr lang="en-IN" dirty="0"/>
          </a:p>
          <a:p>
            <a:r>
              <a:rPr lang="en-IN" dirty="0"/>
              <a:t>4. No wonder Feynmann says “Anyone who says he or she understands QM, does NOT understand it.”</a:t>
            </a:r>
          </a:p>
          <a:p>
            <a:r>
              <a:rPr lang="en-IN" dirty="0"/>
              <a:t>5. The talks in this meeting may discuss this problem</a:t>
            </a:r>
          </a:p>
        </p:txBody>
      </p:sp>
    </p:spTree>
    <p:extLst>
      <p:ext uri="{BB962C8B-B14F-4D97-AF65-F5344CB8AC3E}">
        <p14:creationId xmlns:p14="http://schemas.microsoft.com/office/powerpoint/2010/main" val="2479176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D352-DFBA-247F-6021-DE7B0E701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145530"/>
          </a:xfrm>
        </p:spPr>
        <p:txBody>
          <a:bodyPr>
            <a:normAutofit/>
          </a:bodyPr>
          <a:lstStyle/>
          <a:p>
            <a:r>
              <a:rPr lang="en-IN" dirty="0"/>
              <a:t>Measurement and Collapse of Wave function takes one to Decoherence and Classical Mechanics </a:t>
            </a:r>
            <a:br>
              <a:rPr lang="en-IN" dirty="0"/>
            </a:br>
            <a:r>
              <a:rPr lang="en-IN" dirty="0"/>
              <a:t>Bohr’s Copenhagen interpretation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79FB9-1531-F6C1-D74A-FB2D3F357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325" y="4612131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61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6791-1F22-72F5-EEEF-EFDD74A8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Interpretation of Quantum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8E74C-A66B-466D-BD89-7EBB91C4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Going beyond Copenhagen interpretation seems necessary.</a:t>
            </a:r>
          </a:p>
        </p:txBody>
      </p:sp>
    </p:spTree>
    <p:extLst>
      <p:ext uri="{BB962C8B-B14F-4D97-AF65-F5344CB8AC3E}">
        <p14:creationId xmlns:p14="http://schemas.microsoft.com/office/powerpoint/2010/main" val="1815230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A68A-E1A5-B95D-99AB-A028503D9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048D1-0C2F-A76D-F419-37349CB55A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Enjoy the Talks</a:t>
            </a:r>
          </a:p>
        </p:txBody>
      </p:sp>
    </p:spTree>
    <p:extLst>
      <p:ext uri="{BB962C8B-B14F-4D97-AF65-F5344CB8AC3E}">
        <p14:creationId xmlns:p14="http://schemas.microsoft.com/office/powerpoint/2010/main" val="271039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AB4AA-0658-5E74-07CB-7A825D9A9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31260-78BB-C13A-039C-FDCB38F29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7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831</Words>
  <Application>Microsoft Office PowerPoint</Application>
  <PresentationFormat>Widescreen</PresentationFormat>
  <Paragraphs>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Welcome and Introduction ANMitra Memorial Function April 14 and 15, 2026</vt:lpstr>
      <vt:lpstr>Recent Deaths</vt:lpstr>
      <vt:lpstr>Vaidyeswaran Rajaraman 8-9-1933 to 8-11-2025</vt:lpstr>
      <vt:lpstr>PowerPoint Presentation</vt:lpstr>
      <vt:lpstr>Vaidyeswaran Rajaraman 8-9-1933 to 8-11-2025</vt:lpstr>
      <vt:lpstr>Ramamurthi Rajaraman 11-3-1939 to12-7-2025</vt:lpstr>
      <vt:lpstr>PowerPoint Presentation</vt:lpstr>
      <vt:lpstr>Ramamurthi Rajaraman 11-3-1939 to12-7-2025</vt:lpstr>
      <vt:lpstr>Aiyalam Parameswaran Balachandran 26-1-1938 to18-4-2025</vt:lpstr>
      <vt:lpstr>PowerPoint Presentation</vt:lpstr>
      <vt:lpstr>Aiyalam Parameswaran Balachandran 26-1-1938 to18-4-2025</vt:lpstr>
      <vt:lpstr>Anthony Leggett 26-3-1938 to 8-3-2026</vt:lpstr>
      <vt:lpstr>Anthony Leggett</vt:lpstr>
      <vt:lpstr>Anthony Leggett 26-3-1938 to 8-3-2026</vt:lpstr>
      <vt:lpstr>Quantum Mechanics to Classical Mechanics</vt:lpstr>
      <vt:lpstr>                     Gravitation may play a role</vt:lpstr>
      <vt:lpstr>Measurement and Collapse of Wave function takes one to Decoherence and Classical Mechanics  Bohr’s Copenhagen interpretation </vt:lpstr>
      <vt:lpstr>     Interpretation of Quantum Mechanics</vt:lpstr>
      <vt:lpstr>Thank You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Natarajan Panchapakesan</dc:creator>
  <cp:lastModifiedBy>Natarajan Panchapakesan</cp:lastModifiedBy>
  <cp:revision>5</cp:revision>
  <dcterms:created xsi:type="dcterms:W3CDTF">2026-04-03T09:54:25Z</dcterms:created>
  <dcterms:modified xsi:type="dcterms:W3CDTF">2026-04-14T07:00:42Z</dcterms:modified>
</cp:coreProperties>
</file>